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EA5D9-0ECC-CBA0-C5FE-726611FA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C61099-DD54-8FCE-1BFB-44E7BCE93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92512-0B72-5BD2-830B-EA403E2D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F4E6F-45A1-82E7-DD19-A7725EEE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BE5BDE-310A-D81B-A784-AB818926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70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9ACC4-DCBE-DDC2-90F8-B7D87417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A93E4-4DEF-2D72-D20D-3A8A00B83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62969-B5F9-6B4E-3B37-7755D8A1D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98AD9-DA9A-0DD6-3EB0-70E451F9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1F64F-9442-FF73-3F43-47331968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19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1CFC5-2E53-BB95-7455-1A96D279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92AAD-F111-7698-A6A3-CCC43843E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E6825-98BE-EB21-6A57-DC951276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96D7A-FA83-F3A9-C4C5-1E06E803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167B9-8737-5324-3196-E912C668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5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379F0-4CD6-059F-AD04-4A606665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F7C9C-D9A8-A4A3-61A8-7B2F1DB24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178C13-5DDB-6102-EEFE-E62AEA87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511F2-A71E-CF70-CCDD-5EE5F967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D020E2-5015-9BA4-396E-E4022328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C7C202-77B9-9CE1-A4A9-70D38208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86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0B151-C741-B9D3-3B96-1EF7E9B9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F3DD4E-2512-AB08-CECC-6090184D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0B6B94-AF7B-D38D-B5E2-73B507218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29EE20-F515-3A2E-87C4-EFAF77421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15048F-45C5-08ED-C8F4-8CF2AE4C0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66617E-8EED-5F3D-9F3C-25C1889D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B46466-B6AE-351D-2EF2-314E9F08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2C9E5E-9A97-ED4B-CEF6-C60FAB0D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8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F15E6-D168-E351-5097-25C3168E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EE89B1-E763-7958-8F20-034593C6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24CE99-D8FC-E81F-88A8-088A434A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153EF-84DF-AF1E-7A28-043ED57A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7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849CB5-04F3-AD24-8B0E-3FBB15B3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E5002B-E243-3C1A-1423-97C745BA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B0688-932D-CC44-1EAC-930623BA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63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7CB62-059F-0B90-3BFF-0724EFF4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E4B79-D285-E95F-4787-54824586B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9F187F-E6C3-A75D-E95A-0466144C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B520ED-BB91-334E-5848-B20EE692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BB124F-61AE-9BDD-7273-E4672816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1C822F-94CC-92B8-5026-94F15393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3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78FE5-DAA6-DF42-80DB-ADD0F45D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4C7082-B8EB-91B9-D428-48063365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A72144-7872-19CB-045F-CDCEC2BC7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D405E-1DF5-648D-1E66-BC42A446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DAD7D9-DE55-6F4B-0BEE-DCBB0680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145690-2B48-D8EC-FD0D-819713DC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39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EF807-CF8B-D201-3598-F7ABF015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98EB03-833A-AB5B-780B-8EEEA500B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0C8D94-D2D2-70E7-EEAF-895FFB4F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F2A7F3-EC44-F17E-E840-80C85C7D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DDE66-381E-E302-2A16-FD158E3C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6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0CC12D-CC75-84D1-B651-EA4010FCF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252AE8-F658-8AAC-FA69-31344940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56CF17-D06F-093A-B9A6-2E789AC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A2AB2D-11D0-055E-37FB-5EE18E1F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BC126-B5EA-FC1C-1FD8-56BB8D5B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89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9EA097-B9A7-8AA7-0691-F179F518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8B6E9B-EDD2-6667-0BE7-C0B2D3E37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36A785-4C13-5ED9-9A34-4D1A07D32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AE0EF-1E24-48CB-9DFB-2BEB81048A23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6C390-6813-1E24-4FBB-75D30705B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45C78-1B24-7494-5E8C-40B5C7434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FA402-AB8E-4A93-A757-D4E8AE781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18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C4A2D7-AB39-0082-FA25-0993AB60F86D}"/>
              </a:ext>
            </a:extLst>
          </p:cNvPr>
          <p:cNvSpPr txBox="1"/>
          <p:nvPr/>
        </p:nvSpPr>
        <p:spPr>
          <a:xfrm>
            <a:off x="422564" y="457199"/>
            <a:ext cx="5583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自己的手机部分性能测试</a:t>
            </a:r>
            <a:endParaRPr lang="en-US" altLang="zh-CN" sz="2400" dirty="0"/>
          </a:p>
          <a:p>
            <a:r>
              <a:rPr lang="zh-CN" altLang="en-US" sz="2400" dirty="0"/>
              <a:t>使用四年半，</a:t>
            </a:r>
            <a:r>
              <a:rPr lang="en-US" altLang="zh-CN" sz="2400" dirty="0"/>
              <a:t>8+256</a:t>
            </a:r>
            <a:r>
              <a:rPr lang="zh-CN" altLang="en-US" sz="2400" dirty="0"/>
              <a:t>，目前可用容量</a:t>
            </a:r>
            <a:r>
              <a:rPr lang="en-US" altLang="zh-CN" sz="2400" dirty="0"/>
              <a:t>20G</a:t>
            </a:r>
          </a:p>
          <a:p>
            <a:r>
              <a:rPr lang="en-US" altLang="zh-CN" sz="2400" dirty="0"/>
              <a:t>HarmonyOS 2.0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4F1ECC-9657-5312-9674-57AA88BC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64" y="2009023"/>
            <a:ext cx="8800000" cy="1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9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EBEFF09-1852-9F9B-8029-418FAC7F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7" y="235210"/>
            <a:ext cx="7685714" cy="18571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5F642E-B979-19B7-C000-7BA3C6FE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7" y="2565806"/>
            <a:ext cx="8714286" cy="1885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3129B6-5ECE-5E3B-1054-A2768A024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97" y="4924973"/>
            <a:ext cx="9600000" cy="18571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18F5709-3B80-3E0A-A66D-4A30107AC9D7}"/>
              </a:ext>
            </a:extLst>
          </p:cNvPr>
          <p:cNvSpPr txBox="1"/>
          <p:nvPr/>
        </p:nvSpPr>
        <p:spPr>
          <a:xfrm>
            <a:off x="8278091" y="932948"/>
            <a:ext cx="213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Bilibili</a:t>
            </a:r>
            <a:r>
              <a:rPr lang="en-US" altLang="zh-CN" sz="2400" dirty="0"/>
              <a:t>: 2.3s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5B0F2C-2FCE-12D7-DCE4-2A8450C9E885}"/>
              </a:ext>
            </a:extLst>
          </p:cNvPr>
          <p:cNvSpPr txBox="1"/>
          <p:nvPr/>
        </p:nvSpPr>
        <p:spPr>
          <a:xfrm>
            <a:off x="8923883" y="3277830"/>
            <a:ext cx="213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小红书：</a:t>
            </a:r>
            <a:r>
              <a:rPr lang="en-US" altLang="zh-CN" sz="2400" dirty="0"/>
              <a:t>6s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177DA1-A4FB-75A2-7660-BF08DB9906AA}"/>
              </a:ext>
            </a:extLst>
          </p:cNvPr>
          <p:cNvSpPr txBox="1"/>
          <p:nvPr/>
        </p:nvSpPr>
        <p:spPr>
          <a:xfrm>
            <a:off x="9848804" y="5622711"/>
            <a:ext cx="213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淘宝：</a:t>
            </a:r>
            <a:r>
              <a:rPr lang="en-US" altLang="zh-CN" sz="2400" dirty="0"/>
              <a:t>1s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368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C303474-C5FA-5670-FC47-72961A80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26" y="1027246"/>
            <a:ext cx="7790476" cy="44571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26A859-9D33-C41C-ECE2-7324B9F27DA2}"/>
              </a:ext>
            </a:extLst>
          </p:cNvPr>
          <p:cNvSpPr txBox="1"/>
          <p:nvPr/>
        </p:nvSpPr>
        <p:spPr>
          <a:xfrm>
            <a:off x="8333507" y="2767280"/>
            <a:ext cx="32488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热启动反而比冷启动慢了</a:t>
            </a:r>
            <a:endParaRPr lang="en-US" altLang="zh-CN" sz="2000" dirty="0"/>
          </a:p>
          <a:p>
            <a:r>
              <a:rPr lang="zh-CN" altLang="en-US" sz="2000" dirty="0"/>
              <a:t>（可能是通信同步的问题，因为冷启动没有办法立刻同步最新的消息）</a:t>
            </a:r>
          </a:p>
        </p:txBody>
      </p:sp>
    </p:spTree>
    <p:extLst>
      <p:ext uri="{BB962C8B-B14F-4D97-AF65-F5344CB8AC3E}">
        <p14:creationId xmlns:p14="http://schemas.microsoft.com/office/powerpoint/2010/main" val="397093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779272-6A2D-C3D5-23B7-C70B3CC7DEA3}"/>
              </a:ext>
            </a:extLst>
          </p:cNvPr>
          <p:cNvSpPr txBox="1"/>
          <p:nvPr/>
        </p:nvSpPr>
        <p:spPr>
          <a:xfrm>
            <a:off x="325582" y="436418"/>
            <a:ext cx="6213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体验感上来看，除了部分应用时间确实非常慢以外，剩下的大部分</a:t>
            </a:r>
            <a:r>
              <a:rPr lang="en-US" altLang="zh-CN" dirty="0"/>
              <a:t>app</a:t>
            </a:r>
            <a:r>
              <a:rPr lang="zh-CN" altLang="en-US" dirty="0"/>
              <a:t>对我目前的手机没有什么影响。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1A8C2F-864A-DA3F-4DDA-11171A7766F5}"/>
              </a:ext>
            </a:extLst>
          </p:cNvPr>
          <p:cNvSpPr txBox="1"/>
          <p:nvPr/>
        </p:nvSpPr>
        <p:spPr>
          <a:xfrm>
            <a:off x="325582" y="1579418"/>
            <a:ext cx="6587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接下来是具体测试了</a:t>
            </a:r>
            <a:r>
              <a:rPr lang="en-US" altLang="zh-CN" dirty="0"/>
              <a:t>pura 70 pro</a:t>
            </a:r>
            <a:r>
              <a:rPr lang="zh-CN" altLang="en-US" dirty="0"/>
              <a:t>的启动性能，以</a:t>
            </a:r>
            <a:r>
              <a:rPr lang="en-US" altLang="zh-CN" dirty="0" err="1"/>
              <a:t>bilibili</a:t>
            </a:r>
            <a:r>
              <a:rPr lang="zh-CN" altLang="en-US" dirty="0"/>
              <a:t>为例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adb+perfetto</a:t>
            </a:r>
            <a:r>
              <a:rPr lang="zh-CN" altLang="en-US" dirty="0"/>
              <a:t>进行测试</a:t>
            </a:r>
            <a:r>
              <a:rPr lang="en-US" altLang="zh-CN" dirty="0"/>
              <a:t>,</a:t>
            </a:r>
            <a:r>
              <a:rPr lang="zh-CN" altLang="en-US" dirty="0"/>
              <a:t>分析结果如下：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49120622-98BE-66D6-E856-2B69CDC9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02" y="2671191"/>
            <a:ext cx="11634196" cy="109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5FEA0EC-2201-82A3-C926-01E5D8818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4175" y="2620604"/>
            <a:ext cx="757642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B80ABE-D9C4-2B87-D304-F86CD1455C8C}"/>
              </a:ext>
            </a:extLst>
          </p:cNvPr>
          <p:cNvSpPr txBox="1"/>
          <p:nvPr/>
        </p:nvSpPr>
        <p:spPr>
          <a:xfrm>
            <a:off x="8569037" y="6037534"/>
            <a:ext cx="180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热启动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6F7B10-5F2D-71E0-59AA-357300B44ABB}"/>
              </a:ext>
            </a:extLst>
          </p:cNvPr>
          <p:cNvSpPr txBox="1"/>
          <p:nvPr/>
        </p:nvSpPr>
        <p:spPr>
          <a:xfrm>
            <a:off x="7786253" y="979253"/>
            <a:ext cx="3692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下一步可能需要真的找到一台出现问题并且已经完成</a:t>
            </a:r>
            <a:r>
              <a:rPr lang="en-US" altLang="zh-CN" dirty="0"/>
              <a:t>root</a:t>
            </a:r>
            <a:r>
              <a:rPr lang="zh-CN" altLang="en-US" dirty="0"/>
              <a:t>的手机，不然目前不太能看的出问题。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1B7BA1D-62A7-6A7E-C8FF-637BCB094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02" y="3942945"/>
            <a:ext cx="5692408" cy="197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DC3EF7B-2038-ED64-F4D7-897928AB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691" y="4192802"/>
            <a:ext cx="5543549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1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266B74-6599-A638-8575-323411CD7D88}"/>
              </a:ext>
            </a:extLst>
          </p:cNvPr>
          <p:cNvSpPr txBox="1"/>
          <p:nvPr/>
        </p:nvSpPr>
        <p:spPr>
          <a:xfrm>
            <a:off x="207818" y="375891"/>
            <a:ext cx="4024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F2FS</a:t>
            </a:r>
          </a:p>
          <a:p>
            <a:r>
              <a:rPr lang="zh-CN" altLang="en-US" dirty="0"/>
              <a:t>闪存友好的一个手机文件系统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EROFS</a:t>
            </a:r>
          </a:p>
          <a:p>
            <a:r>
              <a:rPr lang="zh-CN" altLang="en-US" dirty="0"/>
              <a:t>可扩展只读文件系统</a:t>
            </a:r>
          </a:p>
        </p:txBody>
      </p:sp>
    </p:spTree>
    <p:extLst>
      <p:ext uri="{BB962C8B-B14F-4D97-AF65-F5344CB8AC3E}">
        <p14:creationId xmlns:p14="http://schemas.microsoft.com/office/powerpoint/2010/main" val="1988179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33D586-480B-70BF-B1B6-82FD9CE690C5}"/>
              </a:ext>
            </a:extLst>
          </p:cNvPr>
          <p:cNvSpPr txBox="1"/>
          <p:nvPr/>
        </p:nvSpPr>
        <p:spPr>
          <a:xfrm>
            <a:off x="699655" y="498764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测试手机闪存性能调研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2887F4-477A-8C30-CB90-7C4DA23B2752}"/>
              </a:ext>
            </a:extLst>
          </p:cNvPr>
          <p:cNvSpPr txBox="1"/>
          <p:nvPr/>
        </p:nvSpPr>
        <p:spPr>
          <a:xfrm>
            <a:off x="699655" y="951454"/>
            <a:ext cx="6691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https://git.kernel.org/pub/scm/linux/kernel/git/axboe/fio.git/</a:t>
            </a:r>
          </a:p>
        </p:txBody>
      </p:sp>
    </p:spTree>
    <p:extLst>
      <p:ext uri="{BB962C8B-B14F-4D97-AF65-F5344CB8AC3E}">
        <p14:creationId xmlns:p14="http://schemas.microsoft.com/office/powerpoint/2010/main" val="109667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178</Words>
  <Application>Microsoft Office PowerPoint</Application>
  <PresentationFormat>宽屏</PresentationFormat>
  <Paragraphs>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昊骋 卢</dc:creator>
  <cp:lastModifiedBy>昊骋 卢</cp:lastModifiedBy>
  <cp:revision>1</cp:revision>
  <dcterms:created xsi:type="dcterms:W3CDTF">2026-01-16T01:44:23Z</dcterms:created>
  <dcterms:modified xsi:type="dcterms:W3CDTF">2026-01-16T04:00:40Z</dcterms:modified>
</cp:coreProperties>
</file>