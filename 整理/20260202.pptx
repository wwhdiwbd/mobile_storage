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58" r:id="rId3"/>
    <p:sldId id="378" r:id="rId4"/>
    <p:sldId id="360" r:id="rId5"/>
    <p:sldId id="361" r:id="rId6"/>
    <p:sldId id="367" r:id="rId7"/>
    <p:sldId id="372" r:id="rId8"/>
    <p:sldId id="374" r:id="rId9"/>
    <p:sldId id="373" r:id="rId10"/>
    <p:sldId id="375" r:id="rId11"/>
    <p:sldId id="376" r:id="rId12"/>
    <p:sldId id="37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C"/>
    <a:srgbClr val="575757"/>
    <a:srgbClr val="D20B17"/>
    <a:srgbClr val="004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1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4A269-E05A-4EF0-B166-3F8EF8610D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26539-B168-4584-8CCE-027979016D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8705" y="1258570"/>
            <a:ext cx="10055225" cy="3138805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8705" y="4672330"/>
            <a:ext cx="10055225" cy="1470025"/>
          </a:xfrm>
        </p:spPr>
        <p:txBody>
          <a:bodyPr>
            <a:normAutofit/>
          </a:bodyPr>
          <a:lstStyle>
            <a:lvl1pPr marL="0" indent="0" algn="l">
              <a:buNone/>
              <a:defRPr sz="3200" u="none" strike="noStrike" kern="1200" cap="none" spc="0" normalizeH="0" baseline="0">
                <a:solidFill>
                  <a:srgbClr val="004B84"/>
                </a:solidFill>
                <a:uFillTx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9FCF-CEFE-4E5B-9117-6ACC0B96F35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067948" y="4458178"/>
            <a:ext cx="1005589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58" y="538570"/>
            <a:ext cx="3486684" cy="720000"/>
          </a:xfrm>
          <a:prstGeom prst="rect">
            <a:avLst/>
          </a:prstGeom>
        </p:spPr>
      </p:pic>
      <p:pic>
        <p:nvPicPr>
          <p:cNvPr id="13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3525" y="628570"/>
            <a:ext cx="5308475" cy="54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983" y="538570"/>
            <a:ext cx="1143159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6985" y="-17780"/>
            <a:ext cx="12198350" cy="1170305"/>
          </a:xfrm>
          <a:prstGeom prst="rect">
            <a:avLst/>
          </a:prstGeom>
          <a:gradFill flip="none" rotWithShape="1">
            <a:gsLst>
              <a:gs pos="66000">
                <a:srgbClr val="005BAC"/>
              </a:gs>
              <a:gs pos="100000">
                <a:srgbClr val="004B8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154305"/>
            <a:ext cx="10570633" cy="894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36652-C4CD-4994-AD87-6AE5F3F59EB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13348" cy="365125"/>
          </a:xfrm>
        </p:spPr>
        <p:txBody>
          <a:bodyPr/>
          <a:lstStyle>
            <a:lvl1pPr>
              <a:defRPr sz="1800">
                <a:solidFill>
                  <a:srgbClr val="575757"/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3"/>
          </p:nvPr>
        </p:nvSpPr>
        <p:spPr>
          <a:xfrm>
            <a:off x="838199" y="1274755"/>
            <a:ext cx="10570634" cy="5040320"/>
          </a:xfrm>
        </p:spPr>
        <p:txBody>
          <a:bodyPr>
            <a:normAutofit/>
          </a:bodyPr>
          <a:lstStyle>
            <a:lvl1pPr marL="228600" indent="-228600" algn="just">
              <a:lnSpc>
                <a:spcPct val="110000"/>
              </a:lnSpc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◦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9683948" y="165293"/>
            <a:ext cx="2340000" cy="804158"/>
            <a:chOff x="9683948" y="154305"/>
            <a:chExt cx="2340000" cy="80415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721502"/>
              <a:ext cx="2340000" cy="23696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154305"/>
              <a:ext cx="2340000" cy="48321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24765"/>
            <a:ext cx="5391785" cy="6892925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06575" y="452755"/>
            <a:ext cx="3585210" cy="9144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编辑标题样式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CD50-B17B-4721-ABAB-24FE435AC96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3"/>
          </p:nvPr>
        </p:nvSpPr>
        <p:spPr>
          <a:xfrm>
            <a:off x="6089650" y="553720"/>
            <a:ext cx="5062220" cy="5761355"/>
          </a:xfrm>
        </p:spPr>
        <p:txBody>
          <a:bodyPr>
            <a:normAutofit/>
          </a:bodyPr>
          <a:lstStyle>
            <a:lvl1pPr marL="514350" indent="-514350" algn="just">
              <a:lnSpc>
                <a:spcPct val="110000"/>
              </a:lnSpc>
              <a:buClr>
                <a:srgbClr val="004B84"/>
              </a:buClr>
              <a:buFont typeface="+mj-lt"/>
              <a:buAutoNum type="arabicPeriod"/>
              <a:defRPr sz="2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914400" indent="-457200" algn="just">
              <a:lnSpc>
                <a:spcPct val="110000"/>
              </a:lnSpc>
              <a:buClr>
                <a:srgbClr val="004B84"/>
              </a:buClr>
              <a:buFont typeface="+mj-lt"/>
              <a:buAutoNum type="arabicPeriod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371600" indent="-457200" algn="just">
              <a:lnSpc>
                <a:spcPct val="110000"/>
              </a:lnSpc>
              <a:buClr>
                <a:srgbClr val="004B84"/>
              </a:buClr>
              <a:buFont typeface="+mj-lt"/>
              <a:buAutoNum type="arabicPeriod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714500" indent="-342900" algn="just">
              <a:lnSpc>
                <a:spcPct val="110000"/>
              </a:lnSpc>
              <a:buClr>
                <a:srgbClr val="004B84"/>
              </a:buClr>
              <a:buFont typeface="+mj-lt"/>
              <a:buAutoNum type="arabicPeriod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171700" indent="-342900" algn="just">
              <a:lnSpc>
                <a:spcPct val="110000"/>
              </a:lnSpc>
              <a:buClr>
                <a:srgbClr val="004B84"/>
              </a:buClr>
              <a:buFont typeface="+mj-lt"/>
              <a:buAutoNum type="arabicPeriod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8705" y="1258570"/>
            <a:ext cx="10055225" cy="2633345"/>
          </a:xfrm>
        </p:spPr>
        <p:txBody>
          <a:bodyPr anchor="b"/>
          <a:lstStyle>
            <a:lvl1pPr algn="l">
              <a:defRPr sz="5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8705" y="4105910"/>
            <a:ext cx="10054590" cy="2036445"/>
          </a:xfrm>
        </p:spPr>
        <p:txBody>
          <a:bodyPr>
            <a:normAutofit/>
          </a:bodyPr>
          <a:lstStyle>
            <a:lvl1pPr marL="0" indent="0" algn="l">
              <a:buNone/>
              <a:defRPr sz="32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4B8E-36A2-4FE9-9553-61154586E9D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068583" y="3891758"/>
            <a:ext cx="10055895" cy="0"/>
          </a:xfrm>
          <a:prstGeom prst="line">
            <a:avLst/>
          </a:prstGeom>
          <a:ln w="12700">
            <a:solidFill>
              <a:srgbClr val="004B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6985" y="-17780"/>
            <a:ext cx="12198350" cy="1170305"/>
          </a:xfrm>
          <a:prstGeom prst="rect">
            <a:avLst/>
          </a:prstGeom>
          <a:gradFill flip="none" rotWithShape="1">
            <a:gsLst>
              <a:gs pos="66000">
                <a:srgbClr val="005BAC"/>
              </a:gs>
              <a:gs pos="100000">
                <a:srgbClr val="004B8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838199" y="750570"/>
            <a:ext cx="10570634" cy="3511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7DEC392-7D30-42EF-BA2A-F29C628A59EA}" type="datetime1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635"/>
            <a:ext cx="10570633" cy="84391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9683948" y="165293"/>
            <a:ext cx="2340000" cy="804158"/>
            <a:chOff x="9683948" y="154305"/>
            <a:chExt cx="2340000" cy="804158"/>
          </a:xfrm>
        </p:grpSpPr>
        <p:pic>
          <p:nvPicPr>
            <p:cNvPr id="16" name="图片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721502"/>
              <a:ext cx="2340000" cy="23696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154305"/>
              <a:ext cx="2340000" cy="483210"/>
            </a:xfrm>
            <a:prstGeom prst="rect">
              <a:avLst/>
            </a:prstGeom>
          </p:spPr>
        </p:pic>
      </p:grpSp>
      <p:sp>
        <p:nvSpPr>
          <p:cNvPr id="5" name="文本占位符 17"/>
          <p:cNvSpPr>
            <a:spLocks noGrp="1"/>
          </p:cNvSpPr>
          <p:nvPr>
            <p:ph type="body" sz="quarter" idx="13"/>
          </p:nvPr>
        </p:nvSpPr>
        <p:spPr>
          <a:xfrm>
            <a:off x="838199" y="1274755"/>
            <a:ext cx="10570634" cy="5040320"/>
          </a:xfrm>
        </p:spPr>
        <p:txBody>
          <a:bodyPr>
            <a:normAutofit/>
          </a:bodyPr>
          <a:lstStyle>
            <a:lvl1pPr marL="228600" indent="-228600" algn="just">
              <a:lnSpc>
                <a:spcPct val="110000"/>
              </a:lnSpc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◦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13348" cy="365125"/>
          </a:xfrm>
        </p:spPr>
        <p:txBody>
          <a:bodyPr/>
          <a:lstStyle>
            <a:lvl1pPr>
              <a:defRPr sz="1800">
                <a:solidFill>
                  <a:srgbClr val="575757"/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标题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985" y="-17780"/>
            <a:ext cx="12198350" cy="1170305"/>
          </a:xfrm>
          <a:prstGeom prst="rect">
            <a:avLst/>
          </a:prstGeom>
          <a:gradFill flip="none" rotWithShape="1">
            <a:gsLst>
              <a:gs pos="66000">
                <a:srgbClr val="005BAC"/>
              </a:gs>
              <a:gs pos="100000">
                <a:srgbClr val="004B8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230B-D3D7-43F2-9093-6C5634D45BA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9683948" y="165293"/>
            <a:ext cx="2340000" cy="804158"/>
            <a:chOff x="9683948" y="154305"/>
            <a:chExt cx="2340000" cy="80415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721502"/>
              <a:ext cx="2340000" cy="23696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154305"/>
              <a:ext cx="2340000" cy="483210"/>
            </a:xfrm>
            <a:prstGeom prst="rect">
              <a:avLst/>
            </a:prstGeom>
          </p:spPr>
        </p:pic>
      </p:grp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199" y="154305"/>
            <a:ext cx="10570633" cy="894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9"/>
          </p:nvPr>
        </p:nvSpPr>
        <p:spPr>
          <a:xfrm>
            <a:off x="6100656" y="1274755"/>
            <a:ext cx="5308176" cy="5040320"/>
          </a:xfrm>
        </p:spPr>
        <p:txBody>
          <a:bodyPr>
            <a:normAutofit/>
          </a:bodyPr>
          <a:lstStyle>
            <a:lvl1pPr marL="228600" indent="-228600" algn="just">
              <a:lnSpc>
                <a:spcPct val="110000"/>
              </a:lnSpc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◦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6" name="内容占位符 6"/>
          <p:cNvSpPr>
            <a:spLocks noGrp="1"/>
          </p:cNvSpPr>
          <p:nvPr>
            <p:ph sz="quarter" idx="18"/>
          </p:nvPr>
        </p:nvSpPr>
        <p:spPr>
          <a:xfrm>
            <a:off x="838199" y="1274755"/>
            <a:ext cx="5257800" cy="504032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4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8001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0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2001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8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573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1145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just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685800" lvl="1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◦"/>
            </a:pPr>
            <a:r>
              <a:rPr lang="zh-CN" altLang="en-US" dirty="0"/>
              <a:t>二级</a:t>
            </a:r>
            <a:endParaRPr lang="zh-CN" altLang="en-US" dirty="0"/>
          </a:p>
          <a:p>
            <a:pPr marL="1143000" lvl="2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三级</a:t>
            </a:r>
            <a:endParaRPr lang="zh-CN" altLang="en-US" dirty="0"/>
          </a:p>
          <a:p>
            <a:pPr marL="1600200" lvl="3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四级</a:t>
            </a:r>
            <a:endParaRPr lang="zh-CN" altLang="en-US" dirty="0"/>
          </a:p>
          <a:p>
            <a:pPr marL="2057400" lvl="4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13348" cy="365125"/>
          </a:xfrm>
        </p:spPr>
        <p:txBody>
          <a:bodyPr/>
          <a:lstStyle>
            <a:lvl1pPr>
              <a:defRPr sz="1800">
                <a:solidFill>
                  <a:srgbClr val="575757"/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标题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6985" y="-17780"/>
            <a:ext cx="12198350" cy="1170305"/>
          </a:xfrm>
          <a:prstGeom prst="rect">
            <a:avLst/>
          </a:prstGeom>
          <a:gradFill flip="none" rotWithShape="1">
            <a:gsLst>
              <a:gs pos="66000">
                <a:srgbClr val="005BAC"/>
              </a:gs>
              <a:gs pos="100000">
                <a:srgbClr val="004B8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68F228-1B87-4120-BA8F-558A2AADCADE}" type="datetime1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内容占位符 6"/>
          <p:cNvSpPr>
            <a:spLocks noGrp="1"/>
          </p:cNvSpPr>
          <p:nvPr>
            <p:ph sz="quarter" idx="18"/>
          </p:nvPr>
        </p:nvSpPr>
        <p:spPr>
          <a:xfrm>
            <a:off x="838199" y="1274755"/>
            <a:ext cx="5257800" cy="504032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4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8001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0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2001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8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573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1145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just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685800" lvl="1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◦"/>
            </a:pPr>
            <a:r>
              <a:rPr lang="zh-CN" altLang="en-US" dirty="0"/>
              <a:t>二级</a:t>
            </a:r>
            <a:endParaRPr lang="zh-CN" altLang="en-US" dirty="0"/>
          </a:p>
          <a:p>
            <a:pPr marL="1143000" lvl="2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三级</a:t>
            </a:r>
            <a:endParaRPr lang="zh-CN" altLang="en-US" dirty="0"/>
          </a:p>
          <a:p>
            <a:pPr marL="1600200" lvl="3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四级</a:t>
            </a:r>
            <a:endParaRPr lang="zh-CN" altLang="en-US" dirty="0"/>
          </a:p>
          <a:p>
            <a:pPr marL="2057400" lvl="4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683948" y="165293"/>
            <a:ext cx="2340000" cy="804158"/>
            <a:chOff x="9683948" y="154305"/>
            <a:chExt cx="2340000" cy="804158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721502"/>
              <a:ext cx="2340000" cy="23696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154305"/>
              <a:ext cx="2340000" cy="483210"/>
            </a:xfrm>
            <a:prstGeom prst="rect">
              <a:avLst/>
            </a:prstGeom>
          </p:spPr>
        </p:pic>
      </p:grpSp>
      <p:sp>
        <p:nvSpPr>
          <p:cNvPr id="3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838199" y="750570"/>
            <a:ext cx="10570634" cy="3511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199" y="635"/>
            <a:ext cx="10570633" cy="84391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9"/>
          </p:nvPr>
        </p:nvSpPr>
        <p:spPr>
          <a:xfrm>
            <a:off x="6100656" y="1274755"/>
            <a:ext cx="5308176" cy="5040320"/>
          </a:xfrm>
        </p:spPr>
        <p:txBody>
          <a:bodyPr>
            <a:normAutofit/>
          </a:bodyPr>
          <a:lstStyle>
            <a:lvl1pPr marL="228600" indent="-228600" algn="just">
              <a:lnSpc>
                <a:spcPct val="110000"/>
              </a:lnSpc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◦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13348" cy="365125"/>
          </a:xfrm>
        </p:spPr>
        <p:txBody>
          <a:bodyPr/>
          <a:lstStyle>
            <a:lvl1pPr>
              <a:defRPr sz="1800">
                <a:solidFill>
                  <a:srgbClr val="575757"/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标题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985" y="-17780"/>
            <a:ext cx="12198350" cy="1170305"/>
          </a:xfrm>
          <a:prstGeom prst="rect">
            <a:avLst/>
          </a:prstGeom>
          <a:gradFill flip="none" rotWithShape="1">
            <a:gsLst>
              <a:gs pos="66000">
                <a:srgbClr val="005BAC"/>
              </a:gs>
              <a:gs pos="100000">
                <a:srgbClr val="004B8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A5F2-CC92-4B10-9044-7D25CB25889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259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683948" y="165293"/>
            <a:ext cx="2340000" cy="804158"/>
            <a:chOff x="9683948" y="154305"/>
            <a:chExt cx="2340000" cy="804158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721502"/>
              <a:ext cx="2340000" cy="23696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154305"/>
              <a:ext cx="2340000" cy="48321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154305"/>
            <a:ext cx="10570633" cy="894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6"/>
          <p:cNvSpPr>
            <a:spLocks noGrp="1"/>
          </p:cNvSpPr>
          <p:nvPr>
            <p:ph sz="quarter" idx="18"/>
          </p:nvPr>
        </p:nvSpPr>
        <p:spPr>
          <a:xfrm>
            <a:off x="838198" y="1274755"/>
            <a:ext cx="10570631" cy="3592477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4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8001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0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2001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8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573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1145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just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685800" lvl="1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◦"/>
            </a:pPr>
            <a:r>
              <a:rPr lang="zh-CN" altLang="en-US" dirty="0"/>
              <a:t>二级</a:t>
            </a:r>
            <a:endParaRPr lang="zh-CN" altLang="en-US" dirty="0"/>
          </a:p>
          <a:p>
            <a:pPr marL="1143000" lvl="2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三级</a:t>
            </a:r>
            <a:endParaRPr lang="zh-CN" altLang="en-US" dirty="0"/>
          </a:p>
          <a:p>
            <a:pPr marL="1600200" lvl="3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四级</a:t>
            </a:r>
            <a:endParaRPr lang="zh-CN" altLang="en-US" dirty="0"/>
          </a:p>
          <a:p>
            <a:pPr marL="2057400" lvl="4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文本占位符 17"/>
          <p:cNvSpPr>
            <a:spLocks noGrp="1"/>
          </p:cNvSpPr>
          <p:nvPr>
            <p:ph type="body" sz="quarter" idx="19"/>
          </p:nvPr>
        </p:nvSpPr>
        <p:spPr>
          <a:xfrm>
            <a:off x="838198" y="4867231"/>
            <a:ext cx="10570634" cy="1447843"/>
          </a:xfrm>
        </p:spPr>
        <p:txBody>
          <a:bodyPr>
            <a:normAutofit/>
          </a:bodyPr>
          <a:lstStyle>
            <a:lvl1pPr marL="228600" indent="-228600" algn="just">
              <a:lnSpc>
                <a:spcPct val="110000"/>
              </a:lnSpc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◦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13348" cy="365125"/>
          </a:xfrm>
        </p:spPr>
        <p:txBody>
          <a:bodyPr/>
          <a:lstStyle>
            <a:lvl1pPr>
              <a:defRPr sz="1800">
                <a:solidFill>
                  <a:srgbClr val="575757"/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标题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6985" y="-17780"/>
            <a:ext cx="12198350" cy="1170305"/>
          </a:xfrm>
          <a:prstGeom prst="rect">
            <a:avLst/>
          </a:prstGeom>
          <a:gradFill flip="none" rotWithShape="1">
            <a:gsLst>
              <a:gs pos="66000">
                <a:srgbClr val="005BAC"/>
              </a:gs>
              <a:gs pos="100000">
                <a:srgbClr val="004B8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4AF"/>
              </a:solidFill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41088D-5E86-472D-8225-59CA2FA476B9}" type="datetime1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683948" y="165293"/>
            <a:ext cx="2340000" cy="804158"/>
            <a:chOff x="9683948" y="154305"/>
            <a:chExt cx="2340000" cy="804158"/>
          </a:xfrm>
        </p:grpSpPr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721502"/>
              <a:ext cx="2340000" cy="23696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948" y="154305"/>
              <a:ext cx="2340000" cy="483210"/>
            </a:xfrm>
            <a:prstGeom prst="rect">
              <a:avLst/>
            </a:prstGeom>
          </p:spPr>
        </p:pic>
      </p:grpSp>
      <p:sp>
        <p:nvSpPr>
          <p:cNvPr id="3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838199" y="750570"/>
            <a:ext cx="10570634" cy="3511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199" y="635"/>
            <a:ext cx="10570633" cy="84391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内容占位符 6"/>
          <p:cNvSpPr>
            <a:spLocks noGrp="1"/>
          </p:cNvSpPr>
          <p:nvPr>
            <p:ph sz="quarter" idx="18"/>
          </p:nvPr>
        </p:nvSpPr>
        <p:spPr>
          <a:xfrm>
            <a:off x="838198" y="1274755"/>
            <a:ext cx="10570631" cy="3592477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4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800100" indent="-34290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20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2001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8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573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114550" indent="-285750" algn="just">
              <a:lnSpc>
                <a:spcPct val="110000"/>
              </a:lnSpc>
              <a:buClr>
                <a:srgbClr val="004B84"/>
              </a:buClr>
              <a:buFont typeface="Arial" panose="020B0604020202020204" pitchFamily="34" charset="0"/>
              <a:buChar char="•"/>
              <a:defRPr lang="zh-CN" altLang="en-US" sz="1600" u="none" strike="noStrike" kern="1200" cap="none" spc="0" normalizeH="0" baseline="0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just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685800" lvl="1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◦"/>
            </a:pPr>
            <a:r>
              <a:rPr lang="zh-CN" altLang="en-US" dirty="0"/>
              <a:t>二级</a:t>
            </a:r>
            <a:endParaRPr lang="zh-CN" altLang="en-US" dirty="0"/>
          </a:p>
          <a:p>
            <a:pPr marL="1143000" lvl="2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三级</a:t>
            </a:r>
            <a:endParaRPr lang="zh-CN" altLang="en-US" dirty="0"/>
          </a:p>
          <a:p>
            <a:pPr marL="1600200" lvl="3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四级</a:t>
            </a:r>
            <a:endParaRPr lang="zh-CN" altLang="en-US" dirty="0"/>
          </a:p>
          <a:p>
            <a:pPr marL="2057400" lvl="4" indent="-228600" algn="just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4B84"/>
              </a:buClr>
              <a:buFont typeface="Segoe UI" panose="020B0502040204020203" pitchFamily="34" charset="0"/>
              <a:buChar char="▪"/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17"/>
          <p:cNvSpPr>
            <a:spLocks noGrp="1"/>
          </p:cNvSpPr>
          <p:nvPr>
            <p:ph type="body" sz="quarter" idx="19"/>
          </p:nvPr>
        </p:nvSpPr>
        <p:spPr>
          <a:xfrm>
            <a:off x="838198" y="4867231"/>
            <a:ext cx="10570634" cy="1447843"/>
          </a:xfrm>
        </p:spPr>
        <p:txBody>
          <a:bodyPr>
            <a:normAutofit/>
          </a:bodyPr>
          <a:lstStyle>
            <a:lvl1pPr marL="228600" indent="-228600" algn="just">
              <a:lnSpc>
                <a:spcPct val="110000"/>
              </a:lnSpc>
              <a:buClr>
                <a:srgbClr val="004B84"/>
              </a:buClr>
              <a:buSzPct val="100000"/>
              <a:buFont typeface="Arial" panose="020B0604020202020204" pitchFamily="34" charset="0"/>
              <a:buChar char="•"/>
              <a:defRPr sz="24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◦"/>
              <a:defRPr sz="20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8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indent="-228600" algn="just">
              <a:lnSpc>
                <a:spcPct val="110000"/>
              </a:lnSpc>
              <a:buClr>
                <a:srgbClr val="004B84"/>
              </a:buClr>
              <a:buFont typeface="Segoe UI" panose="020B0502040204020203" pitchFamily="34" charset="0"/>
              <a:buChar char="▪"/>
              <a:defRPr sz="160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13348" cy="365125"/>
          </a:xfrm>
        </p:spPr>
        <p:txBody>
          <a:bodyPr/>
          <a:lstStyle>
            <a:lvl1pPr>
              <a:defRPr sz="1800">
                <a:solidFill>
                  <a:srgbClr val="575757"/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DFD9-6E70-4B29-AA93-87A127F3424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572-CBF1-4C6F-8DA0-35D7012D233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AD73B-2649-402B-8F53-2EB90626080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13B2-EFBB-480B-8D08-E11E1AD7AA5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B52B-D6F1-4B4D-BC17-BB29AE2F99B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43F6-A9A6-44AB-8770-FE33BC024B5D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3DF58-15C5-4116-B422-4A99FE2F22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791FE-0175-4D16-9AC2-0D2621A03DD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ABC13-1D6A-493F-B54B-28CC1FA581D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C6AF-A472-4B0A-BFF7-F1D8AD51423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D1410-9BFE-465C-A07E-A07ABBAAE97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4F8FA-B115-44B2-9EE4-0A8381B1DA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华为手机应用冷启动预调研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>
                <a:solidFill>
                  <a:srgbClr val="005BAC"/>
                </a:solidFill>
                <a:latin typeface="+mn-lt"/>
              </a:rPr>
              <a:t>2026.2.2</a:t>
            </a:r>
            <a:endParaRPr lang="en-US" altLang="zh-CN" dirty="0">
              <a:solidFill>
                <a:srgbClr val="005BAC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r>
              <a:rPr lang="en-US" altLang="zh-CN" dirty="0"/>
              <a:t> Contents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5514109" y="553720"/>
            <a:ext cx="6677891" cy="5761355"/>
          </a:xfrm>
        </p:spPr>
        <p:txBody>
          <a:bodyPr>
            <a:normAutofit/>
          </a:bodyPr>
          <a:lstStyle/>
          <a:p>
            <a:pPr marL="342900" indent="-342900"/>
            <a:endParaRPr lang="zh-CN" altLang="en-US" dirty="0"/>
          </a:p>
          <a:p>
            <a:pPr marL="342900" indent="-342900"/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342900" indent="-342900"/>
            <a:r>
              <a:rPr lang="zh-CN" altLang="en-US" dirty="0"/>
              <a:t>冷启动时间分析</a:t>
            </a:r>
            <a:endParaRPr lang="zh-CN" altLang="en-US" dirty="0"/>
          </a:p>
          <a:p>
            <a:pPr marL="342900" lvl="0" indent="-342900"/>
            <a:r>
              <a:rPr lang="zh-CN" altLang="en-US" dirty="0"/>
              <a:t>硬盘存储性能分析</a:t>
            </a:r>
            <a:endParaRPr lang="zh-CN" altLang="en-US" dirty="0"/>
          </a:p>
          <a:p>
            <a:pPr marL="342900" indent="-342900"/>
            <a:r>
              <a:rPr lang="zh-CN" altLang="en-US" dirty="0"/>
              <a:t>文件</a:t>
            </a:r>
            <a:r>
              <a:rPr lang="en-US" altLang="zh-CN" dirty="0"/>
              <a:t>IO</a:t>
            </a:r>
            <a:r>
              <a:rPr lang="zh-CN" altLang="en-US" dirty="0"/>
              <a:t>具体情况分析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   </a:t>
            </a:r>
            <a:r>
              <a:rPr lang="zh-CN" altLang="en-US" dirty="0"/>
              <a:t>冷启动时间分析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冷启动时间分析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0055" y="1303408"/>
            <a:ext cx="10570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检测设备：</a:t>
            </a:r>
            <a:r>
              <a:rPr lang="en-US" altLang="zh-CN" sz="2400" dirty="0"/>
              <a:t>pura 70pro</a:t>
            </a:r>
            <a:endParaRPr lang="en-US" altLang="zh-CN" sz="2400" dirty="0"/>
          </a:p>
          <a:p>
            <a:r>
              <a:rPr lang="zh-CN" altLang="en-US" sz="2400" dirty="0"/>
              <a:t>冷启动</a:t>
            </a:r>
            <a:r>
              <a:rPr lang="en-US" altLang="zh-CN" sz="2400" dirty="0"/>
              <a:t>app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bilibili</a:t>
            </a:r>
            <a:endParaRPr lang="en-US" altLang="zh-CN" sz="2400" dirty="0"/>
          </a:p>
          <a:p>
            <a:r>
              <a:rPr lang="zh-CN" altLang="en-US" sz="2400" dirty="0"/>
              <a:t>测试环境：手机电量</a:t>
            </a:r>
            <a:r>
              <a:rPr lang="en-US" altLang="zh-CN" sz="2400" dirty="0"/>
              <a:t>&gt;=80%</a:t>
            </a:r>
            <a:r>
              <a:rPr lang="zh-CN" altLang="en-US" sz="2400" dirty="0"/>
              <a:t>，清空所有后台进程，剩余存储</a:t>
            </a:r>
            <a:r>
              <a:rPr lang="en-US" altLang="zh-CN" sz="2400" dirty="0"/>
              <a:t>&gt;=20%</a:t>
            </a:r>
            <a:endParaRPr lang="en-US" altLang="zh-CN" sz="2400" dirty="0"/>
          </a:p>
          <a:p>
            <a:r>
              <a:rPr lang="zh-CN" altLang="en-US" sz="2400" dirty="0"/>
              <a:t>测试方法：使用</a:t>
            </a:r>
            <a:r>
              <a:rPr lang="en-US" altLang="zh-CN" sz="2400" dirty="0" err="1"/>
              <a:t>adb</a:t>
            </a:r>
            <a:r>
              <a:rPr lang="zh-CN" altLang="en-US" sz="2400" dirty="0"/>
              <a:t>命令进行冷启动与温启动执行，执行三次计算平均时间。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53658" y="3492762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温启动：</a:t>
            </a:r>
            <a:endParaRPr lang="en-US" altLang="zh-CN" sz="2400" dirty="0"/>
          </a:p>
          <a:p>
            <a:r>
              <a:rPr lang="zh-CN" altLang="en-US" sz="2400" dirty="0"/>
              <a:t>平均</a:t>
            </a:r>
            <a:r>
              <a:rPr lang="en-US" altLang="zh-CN" sz="2400" dirty="0"/>
              <a:t>1120ms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653658" y="4548042"/>
            <a:ext cx="3080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冷启动：</a:t>
            </a:r>
            <a:endParaRPr lang="en-US" altLang="zh-CN" sz="2400" dirty="0"/>
          </a:p>
          <a:p>
            <a:r>
              <a:rPr lang="zh-CN" altLang="en-US" sz="2400" dirty="0"/>
              <a:t>平均</a:t>
            </a:r>
            <a:r>
              <a:rPr lang="en-US" altLang="zh-CN" sz="2400" dirty="0"/>
              <a:t>1771.33ms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9610" y="3189467"/>
            <a:ext cx="7617730" cy="2576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冷启动时间分析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835" y="1183109"/>
            <a:ext cx="6120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Perfetto</a:t>
            </a:r>
            <a:r>
              <a:rPr lang="zh-CN" altLang="en-US" sz="2400" dirty="0"/>
              <a:t>可视化测试</a:t>
            </a:r>
            <a:endParaRPr lang="en-US" altLang="zh-CN" sz="2400" dirty="0"/>
          </a:p>
          <a:p>
            <a:r>
              <a:rPr lang="zh-CN" altLang="en-US" sz="2400" dirty="0"/>
              <a:t>对于冷启动和温启动过程进行</a:t>
            </a:r>
            <a:r>
              <a:rPr lang="en-US" altLang="zh-CN" sz="2400" dirty="0" err="1"/>
              <a:t>ctrace</a:t>
            </a:r>
            <a:r>
              <a:rPr lang="zh-CN" altLang="en-US" sz="2400" dirty="0"/>
              <a:t>的捕获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422882"/>
            <a:ext cx="10313856" cy="184431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21" y="4464714"/>
            <a:ext cx="10598727" cy="189163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89175" y="3068930"/>
            <a:ext cx="3399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温启动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89175" y="5179699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冷启动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   </a:t>
            </a:r>
            <a:r>
              <a:rPr lang="zh-CN" altLang="en-US" dirty="0"/>
              <a:t>硬盘存储性能分析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FIO</a:t>
            </a:r>
            <a:r>
              <a:rPr lang="zh-CN" altLang="en-US" dirty="0"/>
              <a:t>硬件分析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0" y="1490008"/>
            <a:ext cx="47525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手机型号：</a:t>
            </a:r>
            <a:r>
              <a:rPr lang="en-US" altLang="zh-CN" sz="2400" dirty="0"/>
              <a:t>Pura 70pro</a:t>
            </a:r>
            <a:endParaRPr lang="en-US" altLang="zh-CN" sz="2400" dirty="0"/>
          </a:p>
          <a:p>
            <a:r>
              <a:rPr lang="zh-CN" altLang="en-US" sz="2400" dirty="0"/>
              <a:t>读取方式：随机读写</a:t>
            </a:r>
            <a:endParaRPr lang="en-US" altLang="zh-CN" sz="2400" dirty="0"/>
          </a:p>
          <a:p>
            <a:r>
              <a:rPr lang="zh-CN" altLang="en-US" sz="2400" dirty="0"/>
              <a:t>读写文件大小：</a:t>
            </a:r>
            <a:r>
              <a:rPr lang="en-US" altLang="zh-CN" sz="2400" dirty="0"/>
              <a:t>1G</a:t>
            </a:r>
            <a:endParaRPr lang="en-US" altLang="zh-CN" sz="2400" dirty="0"/>
          </a:p>
          <a:p>
            <a:r>
              <a:rPr lang="zh-CN" altLang="en-US" sz="2400" dirty="0"/>
              <a:t>时间：</a:t>
            </a:r>
            <a:r>
              <a:rPr lang="en-US" altLang="zh-CN" sz="2400" dirty="0"/>
              <a:t>60s</a:t>
            </a:r>
            <a:endParaRPr lang="en-US" altLang="zh-CN" sz="2400" dirty="0"/>
          </a:p>
          <a:p>
            <a:r>
              <a:rPr lang="zh-CN" altLang="en-US" sz="2400" dirty="0"/>
              <a:t>并发度：</a:t>
            </a:r>
            <a:r>
              <a:rPr lang="en-US" altLang="zh-CN" sz="2400" dirty="0"/>
              <a:t>1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79" y="1420625"/>
            <a:ext cx="8779069" cy="498710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2" y="4165339"/>
            <a:ext cx="2832295" cy="10716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FIO</a:t>
            </a:r>
            <a:r>
              <a:rPr lang="zh-CN" altLang="en-US" dirty="0"/>
              <a:t>硬件分析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0" y="1490008"/>
            <a:ext cx="47525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手机型号：</a:t>
            </a:r>
            <a:r>
              <a:rPr lang="en-US" altLang="zh-CN" sz="2400" dirty="0"/>
              <a:t>Pura 70pro</a:t>
            </a:r>
            <a:endParaRPr lang="en-US" altLang="zh-CN" sz="2400" dirty="0"/>
          </a:p>
          <a:p>
            <a:r>
              <a:rPr lang="zh-CN" altLang="en-US" sz="2400" dirty="0"/>
              <a:t>读取方式：随机读写</a:t>
            </a:r>
            <a:endParaRPr lang="en-US" altLang="zh-CN" sz="2400" dirty="0"/>
          </a:p>
          <a:p>
            <a:r>
              <a:rPr lang="zh-CN" altLang="en-US" sz="2400" dirty="0"/>
              <a:t>读写文件大小：</a:t>
            </a:r>
            <a:r>
              <a:rPr lang="en-US" altLang="zh-CN" sz="2400" dirty="0"/>
              <a:t>1G</a:t>
            </a:r>
            <a:endParaRPr lang="en-US" altLang="zh-CN" sz="2400" dirty="0"/>
          </a:p>
          <a:p>
            <a:r>
              <a:rPr lang="zh-CN" altLang="en-US" sz="2400" dirty="0"/>
              <a:t>时间：</a:t>
            </a:r>
            <a:r>
              <a:rPr lang="en-US" altLang="zh-CN" sz="2400" dirty="0"/>
              <a:t>60s</a:t>
            </a:r>
            <a:endParaRPr lang="en-US" altLang="zh-CN" sz="2400" dirty="0"/>
          </a:p>
          <a:p>
            <a:r>
              <a:rPr lang="zh-CN" altLang="en-US" sz="2400" dirty="0"/>
              <a:t>并发度：</a:t>
            </a:r>
            <a:r>
              <a:rPr lang="en-US" altLang="zh-CN" sz="2400" dirty="0"/>
              <a:t>4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79" y="1420625"/>
            <a:ext cx="8779069" cy="498710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2" y="4165339"/>
            <a:ext cx="2832295" cy="107167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879" y="1404927"/>
            <a:ext cx="8779069" cy="4987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3   </a:t>
            </a:r>
            <a:r>
              <a:rPr lang="zh-CN" altLang="en-US" dirty="0"/>
              <a:t>文件</a:t>
            </a:r>
            <a:r>
              <a:rPr lang="en-US" altLang="zh-CN" dirty="0"/>
              <a:t>IO</a:t>
            </a:r>
            <a:r>
              <a:rPr lang="zh-CN" altLang="en-US" dirty="0"/>
              <a:t>具体情况分析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zh-CN" altLang="zh-CN" dirty="0"/>
              <a:t>文件</a:t>
            </a:r>
            <a:r>
              <a:rPr lang="en-US" altLang="zh-CN" dirty="0"/>
              <a:t>IO</a:t>
            </a:r>
            <a:r>
              <a:rPr lang="zh-CN" altLang="zh-CN" dirty="0"/>
              <a:t>具体情况分析</a:t>
            </a:r>
            <a:endParaRPr lang="zh-CN" altLang="zh-CN" dirty="0">
              <a:effectLst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1140006"/>
            <a:ext cx="3703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手机型号：</a:t>
            </a:r>
            <a:r>
              <a:rPr lang="en-US" altLang="zh-CN" sz="2400" dirty="0"/>
              <a:t>pura 70 pro</a:t>
            </a:r>
            <a:endParaRPr lang="en-US" altLang="zh-CN" sz="2400" dirty="0"/>
          </a:p>
          <a:p>
            <a:r>
              <a:rPr lang="zh-CN" altLang="en-US" sz="2400" dirty="0"/>
              <a:t>启动方式：冷启动</a:t>
            </a:r>
            <a:endParaRPr lang="en-US" altLang="zh-CN" sz="2400" dirty="0"/>
          </a:p>
          <a:p>
            <a:r>
              <a:rPr lang="en-US" altLang="zh-CN" sz="2400" dirty="0"/>
              <a:t>IO</a:t>
            </a:r>
            <a:r>
              <a:rPr lang="zh-CN" altLang="en-US" sz="2400" dirty="0"/>
              <a:t>捕获：</a:t>
            </a:r>
            <a:r>
              <a:rPr lang="en-US" altLang="zh-CN" sz="2400" dirty="0" err="1"/>
              <a:t>ftrace</a:t>
            </a:r>
            <a:endParaRPr lang="en-US" altLang="zh-CN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234277" y="2667486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IO</a:t>
            </a:r>
            <a:r>
              <a:rPr lang="zh-CN" altLang="en-US" dirty="0"/>
              <a:t>文件大小分布： </a:t>
            </a:r>
            <a:endParaRPr lang="en-US" altLang="zh-CN" dirty="0"/>
          </a:p>
          <a:p>
            <a:r>
              <a:rPr lang="zh-CN" altLang="en-US" dirty="0"/>
              <a:t>&lt; 512B      :      0 (0%)</a:t>
            </a:r>
            <a:endParaRPr lang="zh-CN" altLang="en-US" dirty="0"/>
          </a:p>
          <a:p>
            <a:r>
              <a:rPr lang="zh-CN" altLang="en-US" dirty="0"/>
              <a:t>  &gt;= 256KB    :     23 (0%)</a:t>
            </a:r>
            <a:endParaRPr lang="zh-CN" altLang="en-US" dirty="0"/>
          </a:p>
          <a:p>
            <a:r>
              <a:rPr lang="zh-CN" altLang="en-US" dirty="0"/>
              <a:t>  16KB-64KB   :    443 (0.9%)</a:t>
            </a:r>
            <a:endParaRPr lang="zh-CN" altLang="en-US" dirty="0"/>
          </a:p>
          <a:p>
            <a:r>
              <a:rPr lang="zh-CN" altLang="en-US" dirty="0"/>
              <a:t>  4KB-16KB    :  47384 (98.2%)</a:t>
            </a:r>
            <a:endParaRPr lang="zh-CN" altLang="en-US" dirty="0"/>
          </a:p>
          <a:p>
            <a:r>
              <a:rPr lang="zh-CN" altLang="en-US" dirty="0"/>
              <a:t>  512B-4KB    :      0 (0%)</a:t>
            </a:r>
            <a:endParaRPr lang="zh-CN" altLang="en-US" dirty="0"/>
          </a:p>
          <a:p>
            <a:r>
              <a:rPr lang="zh-CN" altLang="en-US" dirty="0"/>
              <a:t>  64KB-256KB  :    406 (0.8%)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总 </a:t>
            </a:r>
            <a:r>
              <a:rPr lang="en-US" altLang="zh-CN" dirty="0"/>
              <a:t>IO </a:t>
            </a:r>
            <a:r>
              <a:rPr lang="zh-CN" altLang="en-US" dirty="0"/>
              <a:t>次数</a:t>
            </a:r>
            <a:r>
              <a:rPr lang="en-US" altLang="zh-CN" dirty="0"/>
              <a:t>: 48256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涉及文件数</a:t>
            </a:r>
            <a:r>
              <a:rPr lang="en-US" altLang="zh-CN" dirty="0"/>
              <a:t>: 477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总读取数据量</a:t>
            </a:r>
            <a:r>
              <a:rPr lang="en-US" altLang="zh-CN" dirty="0"/>
              <a:t>: 240.18 MB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平均单次读取</a:t>
            </a:r>
            <a:r>
              <a:rPr lang="en-US" altLang="zh-CN" dirty="0"/>
              <a:t>: 5.10 KB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169657" y="2528986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按照类别统计</a:t>
            </a:r>
            <a:r>
              <a:rPr lang="en-US" altLang="zh-CN" dirty="0"/>
              <a:t>top3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DEX/ART:</a:t>
            </a:r>
            <a:endParaRPr lang="zh-CN" altLang="en-US" dirty="0"/>
          </a:p>
          <a:p>
            <a:r>
              <a:rPr lang="zh-CN" altLang="en-US" dirty="0"/>
              <a:t>    - IO 次数: 32810.0</a:t>
            </a:r>
            <a:endParaRPr lang="zh-CN" altLang="en-US" dirty="0"/>
          </a:p>
          <a:p>
            <a:r>
              <a:rPr lang="zh-CN" altLang="en-US" dirty="0"/>
              <a:t>    - 文件数: 8.0</a:t>
            </a:r>
            <a:endParaRPr lang="zh-CN" altLang="en-US" dirty="0"/>
          </a:p>
          <a:p>
            <a:r>
              <a:rPr lang="zh-CN" altLang="en-US" dirty="0"/>
              <a:t>    - 数据量: 141.74 MB</a:t>
            </a:r>
            <a:endParaRPr lang="zh-CN" altLang="en-US" dirty="0"/>
          </a:p>
          <a:p>
            <a:r>
              <a:rPr lang="zh-CN" altLang="en-US" dirty="0"/>
              <a:t>  Shared Library:</a:t>
            </a:r>
            <a:endParaRPr lang="zh-CN" altLang="en-US" dirty="0"/>
          </a:p>
          <a:p>
            <a:r>
              <a:rPr lang="zh-CN" altLang="en-US" dirty="0"/>
              <a:t>    - IO 次数: 7597.0</a:t>
            </a:r>
            <a:endParaRPr lang="zh-CN" altLang="en-US" dirty="0"/>
          </a:p>
          <a:p>
            <a:r>
              <a:rPr lang="zh-CN" altLang="en-US" dirty="0"/>
              <a:t>    - 文件数: 64.0</a:t>
            </a:r>
            <a:endParaRPr lang="zh-CN" altLang="en-US" dirty="0"/>
          </a:p>
          <a:p>
            <a:r>
              <a:rPr lang="zh-CN" altLang="en-US" dirty="0"/>
              <a:t>    - 数据量: 45.18 MB</a:t>
            </a:r>
            <a:endParaRPr lang="zh-CN" altLang="en-US" dirty="0"/>
          </a:p>
          <a:p>
            <a:r>
              <a:rPr lang="zh-CN" altLang="en-US" dirty="0"/>
              <a:t>  APK:</a:t>
            </a:r>
            <a:endParaRPr lang="zh-CN" altLang="en-US" dirty="0"/>
          </a:p>
          <a:p>
            <a:r>
              <a:rPr lang="zh-CN" altLang="en-US" dirty="0"/>
              <a:t>    - IO 次数: 3959.0</a:t>
            </a:r>
            <a:endParaRPr lang="zh-CN" altLang="en-US" dirty="0"/>
          </a:p>
          <a:p>
            <a:r>
              <a:rPr lang="zh-CN" altLang="en-US" dirty="0"/>
              <a:t>    - 文件数: 11.0</a:t>
            </a:r>
            <a:endParaRPr lang="zh-CN" altLang="en-US" dirty="0"/>
          </a:p>
          <a:p>
            <a:r>
              <a:rPr lang="zh-CN" altLang="en-US" dirty="0"/>
              <a:t>    - 数据量: 24.05 MB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0026" y="1607127"/>
            <a:ext cx="4753322" cy="46923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zh-CN" altLang="zh-CN" dirty="0"/>
              <a:t>文件</a:t>
            </a:r>
            <a:r>
              <a:rPr lang="en-US" altLang="zh-CN" dirty="0"/>
              <a:t>IO</a:t>
            </a:r>
            <a:r>
              <a:rPr lang="zh-CN" altLang="zh-CN" dirty="0"/>
              <a:t>具体情况分析</a:t>
            </a:r>
            <a:endParaRPr lang="zh-CN" altLang="zh-CN" dirty="0">
              <a:effectLst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F8FA-B115-44B2-9EE4-0A8381B1DA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38199" y="1553949"/>
            <a:ext cx="4786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针对</a:t>
            </a:r>
            <a:r>
              <a:rPr lang="en-US" altLang="zh-CN" sz="2400" dirty="0" err="1"/>
              <a:t>base.vdex</a:t>
            </a:r>
            <a:r>
              <a:rPr lang="zh-CN" altLang="en-US" sz="2400" dirty="0"/>
              <a:t>的</a:t>
            </a:r>
            <a:r>
              <a:rPr lang="en-US" altLang="zh-CN" sz="2400" dirty="0"/>
              <a:t>IO</a:t>
            </a:r>
            <a:r>
              <a:rPr lang="zh-CN" altLang="en-US" sz="2400" dirty="0"/>
              <a:t>情况分析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5061" b="49293"/>
          <a:stretch>
            <a:fillRect/>
          </a:stretch>
        </p:blipFill>
        <p:spPr>
          <a:xfrm>
            <a:off x="325755" y="2454910"/>
            <a:ext cx="11204575" cy="3648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沉稳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C0504D"/>
      </a:accent5>
      <a:accent6>
        <a:srgbClr val="4BACC6"/>
      </a:accent6>
      <a:hlink>
        <a:srgbClr val="005BAC"/>
      </a:hlink>
      <a:folHlink>
        <a:srgbClr val="575757"/>
      </a:folHlink>
    </a:clrScheme>
    <a:fontScheme name="国光优化显示模板字体方案">
      <a:majorFont>
        <a:latin typeface="Segoe UI"/>
        <a:ea typeface="黑体"/>
        <a:cs typeface=""/>
      </a:majorFont>
      <a:minorFont>
        <a:latin typeface="Segoe U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WPS 演示</Application>
  <PresentationFormat>宽屏</PresentationFormat>
  <Paragraphs>105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Segoe UI</vt:lpstr>
      <vt:lpstr>Arial Unicode MS</vt:lpstr>
      <vt:lpstr>黑体</vt:lpstr>
      <vt:lpstr>等线</vt:lpstr>
      <vt:lpstr>Office 主题​​</vt:lpstr>
      <vt:lpstr>华为手机应用冷启动预调研</vt:lpstr>
      <vt:lpstr>目录 Contents</vt:lpstr>
      <vt:lpstr>1   冷启动时间分析</vt:lpstr>
      <vt:lpstr>冷启动时间分析</vt:lpstr>
      <vt:lpstr>冷启动时间分析</vt:lpstr>
      <vt:lpstr>2   硬盘存储性能分析</vt:lpstr>
      <vt:lpstr>FIO硬件分析</vt:lpstr>
      <vt:lpstr>FIO硬件分析</vt:lpstr>
      <vt:lpstr>3   文件IO具体情况分析</vt:lpstr>
      <vt:lpstr>文件IO具体情况分析</vt:lpstr>
      <vt:lpstr>文件IO具体情况分析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模板标题</dc:title>
  <dc:creator>lhc</dc:creator>
  <cp:lastModifiedBy>卢昊骋wwhdiwbd</cp:lastModifiedBy>
  <cp:revision>65</cp:revision>
  <dcterms:created xsi:type="dcterms:W3CDTF">2022-04-21T01:15:00Z</dcterms:created>
  <dcterms:modified xsi:type="dcterms:W3CDTF">2026-02-02T14:46:23Z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90E3D4532B6F417AA1BCC6443E5E5BDE_12</vt:lpwstr>
  </property>
</Properties>
</file>